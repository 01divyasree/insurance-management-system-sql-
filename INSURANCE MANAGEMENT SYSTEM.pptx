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6"/>
  </p:notesMasterIdLst>
  <p:handoutMasterIdLst>
    <p:handoutMasterId r:id="rId27"/>
  </p:handoutMasterIdLst>
  <p:sldIdLst>
    <p:sldId id="410" r:id="rId5"/>
    <p:sldId id="383" r:id="rId6"/>
    <p:sldId id="389" r:id="rId7"/>
    <p:sldId id="391" r:id="rId8"/>
    <p:sldId id="397" r:id="rId9"/>
    <p:sldId id="408" r:id="rId10"/>
    <p:sldId id="411" r:id="rId11"/>
    <p:sldId id="407" r:id="rId12"/>
    <p:sldId id="412" r:id="rId13"/>
    <p:sldId id="404" r:id="rId14"/>
    <p:sldId id="415" r:id="rId15"/>
    <p:sldId id="414" r:id="rId16"/>
    <p:sldId id="413" r:id="rId17"/>
    <p:sldId id="416" r:id="rId18"/>
    <p:sldId id="417" r:id="rId19"/>
    <p:sldId id="418" r:id="rId20"/>
    <p:sldId id="419" r:id="rId21"/>
    <p:sldId id="420" r:id="rId22"/>
    <p:sldId id="421" r:id="rId23"/>
    <p:sldId id="422" r:id="rId24"/>
    <p:sldId id="3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2B29C-C660-6BFD-677C-C1DFE62EE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03CF5-A6A8-9DFC-7F03-BE7459528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DAF8A-046E-0B8A-C29D-CD211A39A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80120-0F93-F85B-26CC-0CA1E8555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29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DDCB-54AD-0840-15EC-60921401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BEECA-E08F-61D7-FA1E-DE8F3CC5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F6530-A224-AB0B-5A02-5542EFB27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25048-004A-FE50-AEC8-0A8ADCAAD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655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FF36-C9B7-DCB6-02B9-4CD3CB3C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4CC0B-87F2-B6CC-D439-0B135B2BF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43B50-1432-B433-4AA9-F0323033F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06894-89FB-B7E4-5038-240647E3E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92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B3545-CDCC-D3C5-1345-DC6A7D63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46E2E-212C-D56A-EF88-13C556755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ACF4B-9694-0CF1-FE68-742E5A37F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BA848-A2AA-7994-AEE0-54A2B637C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591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2FBF-FECB-DD74-0438-7E3C08FEA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7112A-9D3C-1AB7-6D8C-38AE1345A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4C4B4-51C5-FB7D-F783-0911B9920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62A9-666A-DC56-D2E4-04E5BCB6B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879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0DD61-5A5B-F49C-1BE9-AA6297C8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AA7EB-6451-11CB-F381-AAF80A648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A533F-1F8D-1EA6-F313-45160CB10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34FFD-2531-DAFB-BB68-3D365B03A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14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5649-0277-3232-442E-C43CD3CC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CD9A2-AC4F-21FB-3CA4-76F64FADF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A010B-B00D-F069-CDFB-5E222A6B3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89627-92A3-92BB-C2A9-AD3C132FA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573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C812F-BF43-9F43-6FAD-11772A04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1B7F3-CFE2-B0D6-8F0B-21A4C5EAC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5DA9C-8933-1295-54FC-59C1FF80B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0D1CE-1C4E-7823-2556-1A8F14A04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955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99FE-8911-586B-3F26-D99AC427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973AA-8287-F5CE-0BE7-EE82B9818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7716D-F466-37E0-244C-C80B40A04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76114-A4F9-315A-2DD7-0D68BA2AA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745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B40D-B71F-D25A-6A2D-18D76102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423E2-5741-B096-E5E0-1F98A9474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0AE9B-6471-E991-8D40-2B507BD1F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D2E87-6C95-1BC1-C600-2321D5BD4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7789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094A7-0B24-E4D4-D8B3-51CF0114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9DD83-84E7-7983-3466-41C2FCB91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79E81-3B21-B755-9BEE-F57641162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5C537-F2A4-268D-DF1A-06BE76F84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3833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29FF-A841-D2EF-40EC-611E9912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71BE9-3DD7-D026-1980-5455077BD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E57C4-7CDD-0D63-F1F4-5B29C3795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BB8E3-53E1-41CE-ACF2-382AA6DE6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2696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INSURANCE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16FE9-74CB-2FC2-4DF7-9D891A205845}"/>
              </a:ext>
            </a:extLst>
          </p:cNvPr>
          <p:cNvSpPr txBox="1"/>
          <p:nvPr/>
        </p:nvSpPr>
        <p:spPr>
          <a:xfrm>
            <a:off x="527179" y="2527990"/>
            <a:ext cx="113401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Insurance Management System Using SQL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Presented by:</a:t>
            </a:r>
            <a:r>
              <a:rPr lang="en-US" dirty="0">
                <a:solidFill>
                  <a:schemeClr val="bg1"/>
                </a:solidFill>
              </a:rPr>
              <a:t> Divya Sree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Course:</a:t>
            </a:r>
            <a:r>
              <a:rPr lang="en-US" dirty="0">
                <a:solidFill>
                  <a:schemeClr val="bg1"/>
                </a:solidFill>
              </a:rPr>
              <a:t> Database Management System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Technology Used:</a:t>
            </a:r>
            <a:r>
              <a:rPr lang="en-US" dirty="0">
                <a:solidFill>
                  <a:schemeClr val="bg1"/>
                </a:solidFill>
              </a:rPr>
              <a:t> MySQL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Project Type:</a:t>
            </a:r>
            <a:r>
              <a:rPr lang="en-US" dirty="0">
                <a:solidFill>
                  <a:schemeClr val="bg1"/>
                </a:solidFill>
              </a:rPr>
              <a:t> Relational Database Project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Description: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This project focuses on designing and implementing a relational database system to manage insurance policies, patients, hospitals, treatments, claims, and payments efficiently.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12" name="Picture Placeholder 4" descr="A close-up of a wood grain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5791200" cy="6880226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/>
          <a:lstStyle/>
          <a:p>
            <a:r>
              <a:rPr lang="en-US" dirty="0"/>
              <a:t>Insurance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226" y="263643"/>
            <a:ext cx="11129998" cy="168020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companies need a structured system to manage large amounts of data related to policies, patients, hospitals, claims, and payments.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to organize and manage this information effectively.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F2F8D6-35B1-1620-32A3-C1D50F942CFA}"/>
              </a:ext>
            </a:extLst>
          </p:cNvPr>
          <p:cNvSpPr txBox="1"/>
          <p:nvPr/>
        </p:nvSpPr>
        <p:spPr>
          <a:xfrm>
            <a:off x="3037983" y="2897596"/>
            <a:ext cx="538042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Purpose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insurance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patient treatments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insurance claims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hospital and doctor records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claim payments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OBJECTIVES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Insurance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924C6-A9F2-BA6D-ED39-644DE98FBAAC}"/>
              </a:ext>
            </a:extLst>
          </p:cNvPr>
          <p:cNvSpPr txBox="1"/>
          <p:nvPr/>
        </p:nvSpPr>
        <p:spPr>
          <a:xfrm>
            <a:off x="1558212" y="2948474"/>
            <a:ext cx="6143157" cy="3268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 design a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an insurance system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 manage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and patient information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 track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treatments and medical records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 process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claims and payments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To practice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queries from basic to advanced level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6E34C-91AF-BBD1-73AD-392D033C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27F1-DF39-6B0F-49ED-63C9A7BC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7622E2-9F56-F0A1-5C4B-AE29F2FAF603}"/>
              </a:ext>
            </a:extLst>
          </p:cNvPr>
          <p:cNvSpPr txBox="1"/>
          <p:nvPr/>
        </p:nvSpPr>
        <p:spPr>
          <a:xfrm>
            <a:off x="914399" y="2519266"/>
            <a:ext cx="9069355" cy="344709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Workbench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(Structured Query Language)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Concepts Used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Subqueries</a:t>
            </a:r>
          </a:p>
        </p:txBody>
      </p:sp>
    </p:spTree>
    <p:extLst>
      <p:ext uri="{BB962C8B-B14F-4D97-AF65-F5344CB8AC3E}">
        <p14:creationId xmlns:p14="http://schemas.microsoft.com/office/powerpoint/2010/main" val="322565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dirty="0"/>
              <a:t>DATABASE TABLES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8416C-2671-A6FC-D59F-047724F5BBB6}"/>
              </a:ext>
            </a:extLst>
          </p:cNvPr>
          <p:cNvSpPr txBox="1"/>
          <p:nvPr/>
        </p:nvSpPr>
        <p:spPr>
          <a:xfrm>
            <a:off x="401216" y="258901"/>
            <a:ext cx="7332457" cy="486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consists of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main tables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Policies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table stores specific information related to the insurance system.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A23BB-44ED-C0D3-2716-194F11A8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A309822-F091-169A-3F70-A9CF97ED2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TABLE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C92ED-A6CF-F686-C68F-8BFBC90794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Insurance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565455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POLICIES TABLE</a:t>
            </a:r>
            <a:br>
              <a:rPr lang="en-US" dirty="0"/>
            </a:br>
            <a:r>
              <a:rPr lang="en-US" sz="2000" dirty="0"/>
              <a:t>Stores insurance policy details.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65F97A-90FC-29A6-C26A-40B61107EAD9}"/>
              </a:ext>
            </a:extLst>
          </p:cNvPr>
          <p:cNvSpPr txBox="1"/>
          <p:nvPr/>
        </p:nvSpPr>
        <p:spPr>
          <a:xfrm>
            <a:off x="652009" y="2360644"/>
            <a:ext cx="5149808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policy_id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policy_name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coverage_amount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start_date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end_date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different insurance plans available for patients.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81AE-9E0B-6B13-6478-394FCAE9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946E0-8497-5DE8-326E-937176BE1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PATIENTS TABLE</a:t>
            </a:r>
            <a:br>
              <a:rPr lang="en-US" dirty="0"/>
            </a:br>
            <a:r>
              <a:rPr lang="en-US" sz="2000" dirty="0"/>
              <a:t>Stores patient details and policy information.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A959B-A340-AAF7-6781-A460387E8159}"/>
              </a:ext>
            </a:extLst>
          </p:cNvPr>
          <p:cNvSpPr txBox="1"/>
          <p:nvPr/>
        </p:nvSpPr>
        <p:spPr>
          <a:xfrm>
            <a:off x="594360" y="2366109"/>
            <a:ext cx="4544834" cy="42934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of birth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 number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policy_id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(Foreign Key)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patients with their insurance policies.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333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4ABE-9BA9-9E7E-AF10-5A0E0DD3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328B-44C7-60EB-5D79-FB2FB87FE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HOSPITALS AND DOCTORS TABLES</a:t>
            </a:r>
            <a:br>
              <a:rPr lang="en-US" dirty="0"/>
            </a:br>
            <a:r>
              <a:rPr lang="en-US" sz="2000" dirty="0"/>
              <a:t>Stores hospital information / Stores doctor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CC1C0-3522-38B4-9BEF-4F9C63A7BECA}"/>
              </a:ext>
            </a:extLst>
          </p:cNvPr>
          <p:cNvSpPr txBox="1"/>
          <p:nvPr/>
        </p:nvSpPr>
        <p:spPr>
          <a:xfrm>
            <a:off x="765109" y="2621901"/>
            <a:ext cx="9862458" cy="4370427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Hospitals Table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hospital information.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</a:p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hospital_id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hospital_name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hospital status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Doctors Table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doctor information.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</a:p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doctor_id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doctor_name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hospital_id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5847C-815F-3FD3-75DC-90754AD50570}"/>
              </a:ext>
            </a:extLst>
          </p:cNvPr>
          <p:cNvSpPr txBox="1"/>
          <p:nvPr/>
        </p:nvSpPr>
        <p:spPr>
          <a:xfrm>
            <a:off x="765109" y="5705485"/>
            <a:ext cx="49728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hospital network and doctor availability.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423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FB6A-9259-CB2B-E22B-E85DC34B7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11B8-DDFF-88CE-F062-7AEA1DAE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TREATMENTS TABLE</a:t>
            </a:r>
            <a:br>
              <a:rPr lang="en-US" dirty="0"/>
            </a:br>
            <a:r>
              <a:rPr lang="en-US" sz="2000" dirty="0"/>
              <a:t>The Treatments table stores medical treatment details.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25D68-1A2E-0B5E-F3EE-32BC573F8B9A}"/>
              </a:ext>
            </a:extLst>
          </p:cNvPr>
          <p:cNvSpPr txBox="1"/>
          <p:nvPr/>
        </p:nvSpPr>
        <p:spPr>
          <a:xfrm>
            <a:off x="594360" y="2230017"/>
            <a:ext cx="4812408" cy="486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treatment_id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patient_id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doctor_id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hospital_id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treatment_cost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admission_date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discharge_date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the medical treatment provided to patients.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819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324CE-A72F-2145-DC11-A14C15EA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64AC5-095E-F97D-6B2B-44441474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Claims Table</a:t>
            </a:r>
            <a:br>
              <a:rPr lang="en-US" dirty="0"/>
            </a:br>
            <a:r>
              <a:rPr lang="en-US" sz="2000" dirty="0"/>
              <a:t>The Claims table stores insurance claim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4BAD6-6E3C-0823-6842-34FF70E85634}"/>
              </a:ext>
            </a:extLst>
          </p:cNvPr>
          <p:cNvSpPr txBox="1"/>
          <p:nvPr/>
        </p:nvSpPr>
        <p:spPr>
          <a:xfrm>
            <a:off x="594360" y="2230017"/>
            <a:ext cx="4511171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claim_id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treatment_id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claim_amount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claim_status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claim_date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 status can be: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insurance claims for treatments.</a:t>
            </a:r>
          </a:p>
        </p:txBody>
      </p:sp>
    </p:spTree>
    <p:extLst>
      <p:ext uri="{BB962C8B-B14F-4D97-AF65-F5344CB8AC3E}">
        <p14:creationId xmlns:p14="http://schemas.microsoft.com/office/powerpoint/2010/main" val="2703282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2085-8BD6-D310-F18D-089147B4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7B98-1F7C-ABB0-F73C-AB2E9470F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PAYMENTS TABLE</a:t>
            </a:r>
            <a:br>
              <a:rPr lang="en-US" dirty="0"/>
            </a:br>
            <a:r>
              <a:rPr lang="en-US" sz="2000" dirty="0"/>
              <a:t>The Payments table stores payment details for approved claims.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F37A9-A92B-5DC0-2EAD-7C3F4EC05AF1}"/>
              </a:ext>
            </a:extLst>
          </p:cNvPr>
          <p:cNvSpPr txBox="1"/>
          <p:nvPr/>
        </p:nvSpPr>
        <p:spPr>
          <a:xfrm>
            <a:off x="594360" y="2407620"/>
            <a:ext cx="533024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claim_id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approved_amount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payment_date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payments made by the insurance company.</a:t>
            </a:r>
          </a:p>
        </p:txBody>
      </p:sp>
    </p:spTree>
    <p:extLst>
      <p:ext uri="{BB962C8B-B14F-4D97-AF65-F5344CB8AC3E}">
        <p14:creationId xmlns:p14="http://schemas.microsoft.com/office/powerpoint/2010/main" val="1733254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12B39-7584-BD4A-E99E-DDA67219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951C95-349A-C6F8-93C3-FB5DC8A71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ER DIAGRAM EXPLANATION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79356-F193-E6FC-2B2C-820B9F6391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Insurance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32118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F9C8-ECFE-9E13-7EA3-B6451215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B4E1-C937-6952-9D5E-D76EC7D3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PAYMENTS TABLE</a:t>
            </a:r>
            <a:br>
              <a:rPr lang="en-US" dirty="0"/>
            </a:br>
            <a:r>
              <a:rPr lang="en-US" sz="2000" dirty="0"/>
              <a:t>The database follows a relational model.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5CCA2-4D5E-E66E-6D50-F929925F4811}"/>
              </a:ext>
            </a:extLst>
          </p:cNvPr>
          <p:cNvSpPr txBox="1"/>
          <p:nvPr/>
        </p:nvSpPr>
        <p:spPr>
          <a:xfrm>
            <a:off x="594360" y="2407620"/>
            <a:ext cx="6859570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include: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have many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have many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have many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generate one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have one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proper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organization and integrity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0101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80EC6-04DD-CC6D-3467-FAF4918B1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A7624EC-B761-F2B7-9B02-A6A5BEF5B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009E2-A926-039B-236A-13BDF45B3A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Insurance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937111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C65A-F6E8-59DF-21C0-C97F412C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A40C-1006-CFCA-CF14-0B5E02AB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7F1F2-5F31-73A6-8B3F-61DF0EBB9458}"/>
              </a:ext>
            </a:extLst>
          </p:cNvPr>
          <p:cNvSpPr txBox="1"/>
          <p:nvPr/>
        </p:nvSpPr>
        <p:spPr>
          <a:xfrm>
            <a:off x="594360" y="2407620"/>
            <a:ext cx="920219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The database system successfully: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✔ Managed patient and policy records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✔ Stored hospital and doctor information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✔ Recorded treatment details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✔ Processed insurance claims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✔ Managed claim payments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project demonstrates how SQL can efficiently handle real-world insurance data.</a:t>
            </a:r>
          </a:p>
        </p:txBody>
      </p:sp>
    </p:spTree>
    <p:extLst>
      <p:ext uri="{BB962C8B-B14F-4D97-AF65-F5344CB8AC3E}">
        <p14:creationId xmlns:p14="http://schemas.microsoft.com/office/powerpoint/2010/main" val="2931206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76FEA-9A46-E958-3E69-5C50FFE4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BA28B-036B-5CBA-BCD8-91168C96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877D9-C5C5-BA2B-E8BD-25C7B616261D}"/>
              </a:ext>
            </a:extLst>
          </p:cNvPr>
          <p:cNvSpPr txBox="1"/>
          <p:nvPr/>
        </p:nvSpPr>
        <p:spPr>
          <a:xfrm>
            <a:off x="594360" y="2407620"/>
            <a:ext cx="1061170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This project provided practical experience in: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Database design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SQL query implementation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 relationships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Insurance data management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b="1" dirty="0">
                <a:solidFill>
                  <a:schemeClr val="bg1"/>
                </a:solidFill>
              </a:rPr>
              <a:t>Insurance Management System</a:t>
            </a:r>
            <a:r>
              <a:rPr lang="en-US" sz="2000" dirty="0">
                <a:solidFill>
                  <a:schemeClr val="bg1"/>
                </a:solidFill>
              </a:rPr>
              <a:t> improves data organization and helps in efficient claim </a:t>
            </a:r>
            <a:r>
              <a:rPr lang="en-US" sz="2000" dirty="0" err="1">
                <a:solidFill>
                  <a:schemeClr val="bg1"/>
                </a:solidFill>
              </a:rPr>
              <a:t>proces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08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DIVYASREE M</a:t>
            </a:r>
          </a:p>
          <a:p>
            <a:r>
              <a:rPr lang="en-US" dirty="0"/>
              <a:t>9677699599</a:t>
            </a:r>
          </a:p>
          <a:p>
            <a:r>
              <a:rPr lang="en-US" dirty="0"/>
              <a:t>divyadivyasree2945@gmail.com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32</TotalTime>
  <Words>691</Words>
  <Application>Microsoft Office PowerPoint</Application>
  <PresentationFormat>Widescreen</PresentationFormat>
  <Paragraphs>183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Franklin Gothic Book</vt:lpstr>
      <vt:lpstr>Franklin Gothic Demi</vt:lpstr>
      <vt:lpstr>Times New Roman</vt:lpstr>
      <vt:lpstr>Custom</vt:lpstr>
      <vt:lpstr>INSURANCE MANAGEMENT SYSTEM</vt:lpstr>
      <vt:lpstr>TITLE</vt:lpstr>
      <vt:lpstr>INTRODUCTION</vt:lpstr>
      <vt:lpstr>PowerPoint Presentation</vt:lpstr>
      <vt:lpstr>OBJECTIVES OF THE PROJECT</vt:lpstr>
      <vt:lpstr>OBJECTIVES</vt:lpstr>
      <vt:lpstr>Technologies Used</vt:lpstr>
      <vt:lpstr>DATABASE TABLES</vt:lpstr>
      <vt:lpstr>TABLE DESCRIPTION</vt:lpstr>
      <vt:lpstr>POLICIES TABLE Stores insurance policy details.</vt:lpstr>
      <vt:lpstr>PATIENTS TABLE Stores patient details and policy information.</vt:lpstr>
      <vt:lpstr>HOSPITALS AND DOCTORS TABLES Stores hospital information / Stores doctor information.</vt:lpstr>
      <vt:lpstr>TREATMENTS TABLE The Treatments table stores medical treatment details.</vt:lpstr>
      <vt:lpstr>Claims Table The Claims table stores insurance claim information.</vt:lpstr>
      <vt:lpstr>PAYMENTS TABLE The Payments table stores payment details for approved claims.</vt:lpstr>
      <vt:lpstr>ER DIAGRAM EXPLANATION</vt:lpstr>
      <vt:lpstr>PAYMENTS TABLE The database follows a relational model.</vt:lpstr>
      <vt:lpstr>RESULTS</vt:lpstr>
      <vt:lpstr>RESULTS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Sree</dc:creator>
  <cp:lastModifiedBy>Divya Sree</cp:lastModifiedBy>
  <cp:revision>1</cp:revision>
  <dcterms:created xsi:type="dcterms:W3CDTF">2026-03-08T08:43:43Z</dcterms:created>
  <dcterms:modified xsi:type="dcterms:W3CDTF">2026-03-08T09:16:05Z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